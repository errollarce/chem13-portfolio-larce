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nva Sans" charset="1" panose="020B05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i.org/10.1351/goldbook" TargetMode="External" Type="http://schemas.openxmlformats.org/officeDocument/2006/relationships/hyperlink"/><Relationship Id="rId3" Target="https://pubchem.ncbi.nlm.nih.gov/compound/Acetaminophen" TargetMode="External" Type="http://schemas.openxmlformats.org/officeDocument/2006/relationships/hyperlink"/><Relationship Id="rId4" Target="https://pubchem.ncbi.nlm.nih.gov/compound/Acetic-acid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ubchem.ncbi.nlm.nih.gov/compound/Acetone" TargetMode="External" Type="http://schemas.openxmlformats.org/officeDocument/2006/relationships/hyperlink"/><Relationship Id="rId3" Target="https://pubchem.ncbi.nlm.nih.gov/compound/2244" TargetMode="External" Type="http://schemas.openxmlformats.org/officeDocument/2006/relationships/hyperlink"/><Relationship Id="rId4" Target="https://pubchem.ncbi.nlm.nih.gov/compound/Coffein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ubchem.ncbi.nlm.nih.gov/compound/Cyclohexane" TargetMode="External" Type="http://schemas.openxmlformats.org/officeDocument/2006/relationships/hyperlink"/><Relationship Id="rId3" Target="https://pubchem.ncbi.nlm.nih.gov/compound/Cyclohexanone" TargetMode="External" Type="http://schemas.openxmlformats.org/officeDocument/2006/relationships/hyperlink"/><Relationship Id="rId4" Target="https://pubchem.ncbi.nlm.nih.gov/compound/Ethanol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ubchem.ncbi.nlm.nih.gov/compound/Ethyl-acetate" TargetMode="External" Type="http://schemas.openxmlformats.org/officeDocument/2006/relationships/hyperlink"/><Relationship Id="rId3" Target="https://pubchem.ncbi.nlm.nih.gov/compound/Propan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24254"/>
            <a:ext cx="16550236" cy="765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International Union of Pure and Applied Chemistry. (2014). Compendium of chemical terminology (the "Gold Book") (2nd ed.). Blackwell Scientific Publications.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doi.org/10.1351/goldbook"/>
              </a:rPr>
              <a:t>https://doi.org/10.1351/goldbook</a:t>
            </a:r>
          </a:p>
          <a:p>
            <a:pPr algn="just">
              <a:lnSpc>
                <a:spcPts val="4666"/>
              </a:lnSpc>
            </a:pPr>
          </a:p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1983, Acetaminophen.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pubchem.ncbi.nlm.nih.gov/compound/Acetaminophen"/>
              </a:rPr>
              <a:t>https://pubchem.ncbi.nlm.nih.gov/compound/Acetaminophen</a:t>
            </a:r>
          </a:p>
          <a:p>
            <a:pPr algn="just">
              <a:lnSpc>
                <a:spcPts val="4666"/>
              </a:lnSpc>
            </a:pPr>
          </a:p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176, Acetic acid.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pubchem.ncbi.nlm.nih.gov/compound/Acetic-acid"/>
              </a:rPr>
              <a:t>https://pubchem.ncbi.nlm.nih.gov/compound/Acetic-acid</a:t>
            </a:r>
          </a:p>
          <a:p>
            <a:pPr algn="ctr">
              <a:lnSpc>
                <a:spcPts val="466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75853"/>
            <a:ext cx="16550236" cy="706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180, Acetone.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pubchem.ncbi.nlm.nih.gov/compound/Acetone"/>
              </a:rPr>
              <a:t>https://pubchem.ncbi.nlm.nih.gov/compound/Acetone</a:t>
            </a:r>
          </a:p>
          <a:p>
            <a:pPr algn="just">
              <a:lnSpc>
                <a:spcPts val="4666"/>
              </a:lnSpc>
            </a:pPr>
          </a:p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2244, Aspirin.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pubchem.ncbi.nlm.nih.gov/compound/2244"/>
              </a:rPr>
              <a:t>https://pubchem.ncbi.nlm.nih.gov/compound/2244</a:t>
            </a:r>
          </a:p>
          <a:p>
            <a:pPr algn="just">
              <a:lnSpc>
                <a:spcPts val="4666"/>
              </a:lnSpc>
            </a:pPr>
          </a:p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2519, Caffeine.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pubchem.ncbi.nlm.nih.gov/compound/Coffein"/>
              </a:rPr>
              <a:t>https://pubchem.ncbi.nlm.nih.gov/compound/Coffein</a:t>
            </a:r>
          </a:p>
          <a:p>
            <a:pPr algn="ctr">
              <a:lnSpc>
                <a:spcPts val="466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75853"/>
            <a:ext cx="16550236" cy="765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8078, Cyclohexane.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pubchem.ncbi.nlm.nih.gov/compound/Cyclohexane"/>
              </a:rPr>
              <a:t>https://pubchem.ncbi.nlm.nih.gov/compound/Cyclohexane</a:t>
            </a:r>
          </a:p>
          <a:p>
            <a:pPr algn="just">
              <a:lnSpc>
                <a:spcPts val="4666"/>
              </a:lnSpc>
            </a:pPr>
          </a:p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7967, Cyclohexanone.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pubchem.ncbi.nlm.nih.gov/compound/Cyclohexanone"/>
              </a:rPr>
              <a:t>https://pubchem.ncbi.nlm.nih.gov/compound/Cyclohexanone</a:t>
            </a:r>
          </a:p>
          <a:p>
            <a:pPr algn="just">
              <a:lnSpc>
                <a:spcPts val="4666"/>
              </a:lnSpc>
            </a:pPr>
          </a:p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702, Ethanol.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pubchem.ncbi.nlm.nih.gov/compound/Ethanol"/>
              </a:rPr>
              <a:t>https://pubchem.ncbi.nlm.nih.gov/compound/Ethanol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6013" y="1271970"/>
            <a:ext cx="16550236" cy="824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8857, Ethyl acetate.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pubchem.ncbi.nlm.nih.gov/compound/Ethyl-acetate"/>
              </a:rPr>
              <a:t>https://pubchem.ncbi.nlm.nih.gov/compound/Ethyl-acetate</a:t>
            </a:r>
          </a:p>
          <a:p>
            <a:pPr algn="just">
              <a:lnSpc>
                <a:spcPts val="4666"/>
              </a:lnSpc>
            </a:pPr>
          </a:p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PubChem compound summary for CID 6334, Propane. U.S. National Library of Medicine. Retrieved October 11, 2026, from </a:t>
            </a: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pubchem.ncbi.nlm.nih.gov/compound/Propane"/>
              </a:rPr>
              <a:t>https://pubchem.ncbi.nlm.nih.gov/compound/Propane</a:t>
            </a:r>
          </a:p>
          <a:p>
            <a:pPr algn="just">
              <a:lnSpc>
                <a:spcPts val="4666"/>
              </a:lnSpc>
            </a:pPr>
          </a:p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Solomons, T. W. G., Fryhle, C. B., &amp; Snyder, S. A. (2016). Organic chemistry (12th ed.). Wiley.</a:t>
            </a:r>
          </a:p>
          <a:p>
            <a:pPr algn="just">
              <a:lnSpc>
                <a:spcPts val="4666"/>
              </a:lnSpc>
            </a:pPr>
          </a:p>
          <a:p>
            <a:pPr algn="just">
              <a:lnSpc>
                <a:spcPts val="4666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Wade, L. G., &amp; Simek, J. W. (2016). Organic chemistry (9th ed.). Pearson.</a:t>
            </a:r>
          </a:p>
          <a:p>
            <a:pPr algn="just">
              <a:lnSpc>
                <a:spcPts val="466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DAHXquExnNg</dc:identifier>
  <dcterms:modified xsi:type="dcterms:W3CDTF">2011-08-01T06:04:30Z</dcterms:modified>
  <cp:revision>1</cp:revision>
  <dc:title>Add a heading</dc:title>
</cp:coreProperties>
</file>